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  <p:defaultTextStyle>
    <a:defPPr>
      <a:defRPr lang="ru-RU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5200"/>
            </a:pPr>
            <a:r>
              <a:rPr lang="ru-RU" sz="5200" b="1">
                <a:solidFill>
                  <a:srgbClr val="0B5394"/>
                </a:solidFill>
                <a:latin typeface="Calibri"/>
                <a:cs typeface="Calibri"/>
              </a:rPr>
              <a:t>Углекислый газ (CO2)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450000" y="1850000"/>
            <a:ext cx="93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3000"/>
            </a:pPr>
            <a:r>
              <a:rPr lang="ru-RU" sz="3000">
                <a:solidFill>
                  <a:srgbClr val="17365D"/>
                </a:solidFill>
                <a:latin typeface="Calibri"/>
                <a:cs typeface="Calibri"/>
              </a:rPr>
              <a:t>Что это такое и почему он важен</a:t>
            </a:r>
          </a:p>
          <a:p>
            <a:pPr>
              <a:defRPr sz="3000"/>
            </a:pPr>
            <a:r>
              <a:rPr lang="ru-RU" sz="3000">
                <a:solidFill>
                  <a:srgbClr val="17365D"/>
                </a:solidFill>
                <a:latin typeface="Calibri"/>
                <a:cs typeface="Calibri"/>
              </a:rPr>
              <a:t>Презентация для 7 класса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8200000" y="5950000"/>
            <a:ext cx="3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700"/>
            </a:pPr>
            <a:r>
              <a:rPr lang="ru-RU" sz="1700">
                <a:solidFill>
                  <a:srgbClr val="666666"/>
                </a:solidFill>
                <a:latin typeface="Calibri"/>
                <a:cs typeface="Calibri"/>
              </a:rPr>
              <a:t>CO2 в природе и жизни человека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Что такое CO2?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CO2 означает углекислый газ.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Молекула состоит из 1 атома углерода и 2 атомов кислорода.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Это бесцветный газ без запаха.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Формула записывается так: CO2.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Откуда берется CO2?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Люди и животные выдыхают CO2.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Он образуется при сжигании угля, нефти и газа.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Источники: автомобили, заводы, электростанции.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CO2 выделяют вулканы.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Он появляется при разложении растений и животных.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CO2 и дыхание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Мы вдыхаем кислород.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Организм использует кислород, чтобы получать энергию из пищи.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В результате образуется CO2, который мы выдыхаем.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Для человека CO2 - продукт обмена веществ.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CO2 и растения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Растения используют CO2 для фотосинтеза.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Для фотосинтеза нужны CO2, вода и солнечный свет.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Растения создают сахар - свою пищу.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Также они выделяют кислород, которым мы дышим.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CO2 в атмосфере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CO2 естественным образом содержится в воздухе.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Его количество небольшое, но влияние важное.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Он помогает Земле удерживать часть тепла.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Без парниковых газов на Земле было бы намного холоднее.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Парниковый эффект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CO2 - парниковый газ.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Парниковые газы работают как "одеяло" для Земли.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Они пропускают солнечный свет и задерживают часть тепла.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Нормальный парниковый эффект нужен для жизни.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Избыток CO2 усиливает нагрев атмосферы.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CO2 и изменение климата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Люди добавляют в атмосферу лишний CO2.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Главная причина - сжигание ископаемого топлива.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Из-за избытка CO2 средняя температура планеты растет.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Возможные последствия: таяние льдов, повышение уровня моря, сильные погодные явления.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Как уменьшить выбросы CO2?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Экономить электричество и тепло.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Чаще ходить пешком, ездить на велосипеде или общественном транспорте.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Сажать деревья и беречь леса.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Сортировать отходы, повторно использовать вещи.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Использовать солнечную и ветровую энергию.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Итоги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CO2 важен для жизни на Земле.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Растения используют CO2 для фотосинтеза.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Небольшое количество CO2 помогает сохранять тепло.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Слишком много CO2 может менять климат.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Каждый человек может уменьшать лишние выбросы.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"/>
          <p:cNvSpPr/>
          <p:nvPr/>
        </p:nvSpPr>
        <p:spPr>
          <a:xfrm>
            <a:off x="0" y="0"/>
            <a:ext cx="12192000" cy="160000"/>
          </a:xfrm>
          <a:prstGeom prst="rect">
            <a:avLst/>
          </a:prstGeom>
          <a:solidFill>
            <a:srgbClr val="6FA8DC"/>
          </a:solidFill>
          <a:ln>
            <a:noFill/>
          </a:ln>
        </p:spPr>
      </p:sp>
      <p:sp>
        <p:nvSpPr>
          <p:cNvPr id="2" name="Title"/>
          <p:cNvSpPr txBox="1"/>
          <p:nvPr/>
        </p:nvSpPr>
        <p:spPr>
          <a:xfrm>
            <a:off x="650000" y="360000"/>
            <a:ext cx="109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4000"/>
            </a:pPr>
            <a:r>
              <a:rPr lang="ru-RU" sz="4000" b="1">
                <a:solidFill>
                  <a:srgbClr val="0B5394"/>
                </a:solidFill>
                <a:latin typeface="Calibri"/>
                <a:cs typeface="Calibri"/>
              </a:rPr>
              <a:t>Мини-викторина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500000"/>
            <a:ext cx="1030000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Что означает формула CO2?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Из каких атомов состоит молекула CO2?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Зачем растениям нужен CO2?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Почему избыток CO2 может быть проблемой?</a:t>
            </a:r>
          </a:p>
          <a:p>
            <a:pPr marL="342900" indent="-228600">
              <a:buChar char="•"/>
              <a:defRPr sz="2700"/>
            </a:pPr>
            <a:r>
              <a:rPr lang="ru-RU" sz="2700">
                <a:solidFill>
                  <a:srgbClr val="17365D"/>
                </a:solidFill>
                <a:latin typeface="Calibri"/>
                <a:cs typeface="Calibri"/>
              </a:rPr>
              <a:t>Назовите один способ уменьшить выбросы CO2.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00000" y="62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>
              <a:defRPr sz="1400"/>
            </a:pPr>
            <a:r>
              <a:rPr lang="ru-RU" sz="1400">
                <a:solidFill>
                  <a:srgbClr val="888888"/>
                </a:solidFill>
                <a:latin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2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11</Slides>
  <Notes>0</Notes>
  <HiddenSlides>0</HiddenSlides>
  <MMClips>0</MMClips>
  <ScaleCrop>false</ScaleCrop>
  <HeadingPairs>
    <vt:vector size="2" baseType="variant">
      <vt:variant>
        <vt:lpstr>Слайды</vt:lpstr>
      </vt:variant>
      <vt:variant>
        <vt:i4>11</vt:i4>
      </vt:variant>
    </vt:vector>
  </HeadingPairs>
  <TitlesOfParts>
    <vt:vector size="11" baseType="lpstr">
      <vt:lpstr>Углекислый газ (CO2)</vt:lpstr>
      <vt:lpstr>Что такое CO2?</vt:lpstr>
      <vt:lpstr>Откуда берется CO2?</vt:lpstr>
      <vt:lpstr>CO2 и дыхание</vt:lpstr>
      <vt:lpstr>CO2 и растения</vt:lpstr>
      <vt:lpstr>CO2 в атмосфере</vt:lpstr>
      <vt:lpstr>Парниковый эффект</vt:lpstr>
      <vt:lpstr>CO2 и изменение климата</vt:lpstr>
      <vt:lpstr>Как уменьшить выбросы CO2?</vt:lpstr>
      <vt:lpstr>Итоги</vt:lpstr>
      <vt:lpstr>Мини-викторина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Углекислый газ (CO2)</dc:title>
  <dc:subject>Презентация для 7 класса</dc:subject>
  <dc:creator>Cursor Agent</dc:creator>
  <cp:lastModifiedBy>Cursor Agent</cp:lastModifiedBy>
  <dcterms:created xsi:type="dcterms:W3CDTF">2026-05-11T17:35:03Z</dcterms:created>
  <dcterms:modified xsi:type="dcterms:W3CDTF">2026-05-11T17:35:03Z</dcterms:modified>
</cp:coreProperties>
</file>